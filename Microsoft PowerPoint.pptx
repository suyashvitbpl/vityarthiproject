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9BFE-84DA-B3F4-D322-17F9F6B5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D2D5C-77C5-CE78-5F44-26EBF0B64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AC319-369D-A465-2DD4-EC7AC63C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37DC9-96B5-543B-E95C-3BD8813B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BC868-58B3-F61C-ADCC-A7A2C902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45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B875-C490-9F91-ECC0-16242015B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513C7-7403-814B-20C6-CF93D2C7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B565C-863A-45F1-A73B-D489E0B3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F5BD1-25A9-6ED1-0B1C-169DC9E7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8992F-0DD2-C88F-4DE6-077482C47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27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D31B-2279-FABE-6864-A4744525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6820E-7C21-7A5C-6CA3-6DE8BAB3C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F56F4-5302-1ED7-262F-4CCB2EC97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EF9F6-F692-A7F0-F662-4EFB12BA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742B2-4E5F-A94B-A2D5-F88989E6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82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EF1C-4FBF-B7A1-F510-97D4AD6C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31B82-A382-B0D8-1215-1E50CC7DF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45139-F2A0-359E-3DDB-A92198F84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DC592-2DE0-9770-D9E3-F6DC0D44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9C64C-495C-6DFA-C284-FA362B19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7ED17-FDA0-9959-CBB3-822E00DD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333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746B-8D67-3481-A1D0-1F3C182E7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F6D0-BCC2-EB1E-8ABE-93EC61708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E2058-0E78-A507-5E37-29E26C890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0CB18B-9882-18BC-2C6D-FD14E3417B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C8B5E-CDBB-2994-38D6-98D2F25E4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27216-F24A-639E-BF23-46A57C1C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57B96-21B3-3414-95E0-BC5BEABCD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198F2-59F1-DCD2-5200-25990171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57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82CB-AA6C-CAD1-5103-35AD33AE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7609A-4D48-8A50-32F4-214FD184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DE56C-91B6-7344-9983-82BC866EA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64C4C5-8FCE-D733-C54F-B2FC69E70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466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DC159-9EDE-CABC-ECFC-85C214821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78128-53FF-EDE1-7B86-702BE3FDB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843E6-6F88-EB31-91C7-74825FBC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70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C641-EBB9-BF19-79ED-F9222064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94D1-7F41-A4B5-4687-106E63A72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B19C6-7BAD-FAA5-90D8-9431328A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E7F81-24BF-6657-7925-608EDD11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29A84-654E-7B4C-414D-DFC9214E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74525F-ACE6-921C-2D38-D86AC162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08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164C7-9EF8-8F37-DE10-F1DFB4AD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9AECA-B44B-4860-4844-12D1899D00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93605-1E69-9921-F2EE-1AE9070BD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284E5-FE81-35C7-B1DE-B5AC59F0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E727D-A066-5469-2BA3-673F2A81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2C4E5-0001-7B55-4A67-52B332BF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09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15E4-FF99-67D4-26DD-093938C3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F5CEE-B3C3-B6FF-F964-6887464317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6B284-F62D-46B0-0E90-198D639C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B55CA-265F-9403-EC6D-EDDB7D36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38D8-FA22-058D-95D3-E7CDEF19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521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4D785-EC8C-0451-4DE8-F400F2763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66E29-6389-93C8-420D-42D10D0CD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2CE4A-6CA8-F78C-A6D4-F6607A25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F4B62-67AE-5F4B-8972-91A7ED738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19094-4E72-C293-6C10-8A6FD1BE0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83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6FCA6-4ACF-ED50-4B47-DA937407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36BC8-225E-2419-42B8-A98AA949A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2B05E-650F-A3A4-FC74-414E1CB13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0B130-D58E-4D60-810B-A23C6DD1E235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9B4B9-2E80-9A02-72D8-9DA12B09D9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B059F-4350-6A9B-F798-EF29D3F9F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848D1-4FE9-426C-9C84-F495A7C6FA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30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B2E2-5846-CB58-A84C-B0812F7E26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Weather Dashboard: Code Breakdown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AEDCD-0239-01C2-03F9-3C7CE2DC3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guided tour of a Python application that fetches and displays live weather data</a:t>
            </a:r>
          </a:p>
          <a:p>
            <a:r>
              <a:rPr lang="en-US" dirty="0"/>
              <a:t>Topics: API requests, GUI with </a:t>
            </a:r>
            <a:r>
              <a:rPr lang="en-US" dirty="0" err="1"/>
              <a:t>tkinter</a:t>
            </a:r>
            <a:r>
              <a:rPr lang="en-US" dirty="0"/>
              <a:t>, and image manipulation with PIL.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54498-974C-2067-BE81-558F06FBD360}"/>
              </a:ext>
            </a:extLst>
          </p:cNvPr>
          <p:cNvSpPr txBox="1"/>
          <p:nvPr/>
        </p:nvSpPr>
        <p:spPr>
          <a:xfrm>
            <a:off x="7630511" y="5258583"/>
            <a:ext cx="3111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Suyash Kapse</a:t>
            </a:r>
          </a:p>
          <a:p>
            <a:r>
              <a:rPr lang="en-IN" sz="2800" dirty="0"/>
              <a:t>Reg.no 25BCE10525</a:t>
            </a:r>
          </a:p>
        </p:txBody>
      </p:sp>
    </p:spTree>
    <p:extLst>
      <p:ext uri="{BB962C8B-B14F-4D97-AF65-F5344CB8AC3E}">
        <p14:creationId xmlns:p14="http://schemas.microsoft.com/office/powerpoint/2010/main" val="405890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3DF5E-86B6-74E3-3B34-25D330A0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&amp; Key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7EA33-4B71-B65E-1D4F-2B42E1D01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Goal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To build a full-screen application that asks for a city, fetches its live weather, and displays that weather on a "card" with a background image that matches the conditions (e.g., a rainy photo for rain).</a:t>
            </a:r>
          </a:p>
          <a:p>
            <a:pPr marL="0" indent="0">
              <a:buNone/>
            </a:pPr>
            <a:r>
              <a:rPr lang="en-US" b="1" dirty="0"/>
              <a:t>Core Technologies (Imports)  </a:t>
            </a:r>
            <a:r>
              <a:rPr lang="en-US" dirty="0"/>
              <a:t> </a:t>
            </a:r>
            <a:r>
              <a:rPr lang="en-US" b="1" dirty="0"/>
              <a:t>requests</a:t>
            </a:r>
            <a:r>
              <a:rPr lang="en-US" dirty="0"/>
              <a:t>: The library we use to act like a web browser. It sends the request for data to the OpenWeatherMap API.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 err="1"/>
              <a:t>tkinter</a:t>
            </a:r>
            <a:r>
              <a:rPr lang="en-US" dirty="0"/>
              <a:t>: Python's built-in library for creating Graphical User Interfaces (GUIs). We use it for the main window, all the text, and the pop-up boxes.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PIL (Pillow</a:t>
            </a:r>
            <a:r>
              <a:rPr lang="en-US" dirty="0"/>
              <a:t>): A powerful image library. </a:t>
            </a:r>
            <a:r>
              <a:rPr lang="en-US" dirty="0" err="1"/>
              <a:t>tkinter</a:t>
            </a:r>
            <a:r>
              <a:rPr lang="en-US" dirty="0"/>
              <a:t> alone can't easily resize images, so we use PIL to open our background images (like sunny.jpg) and resize them to fit the full screen.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950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8D87-F6B8-DC62-7035-0A5A1ABB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Program Flow: The Journey of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3F451-6955-65EF-196E-0959F85EA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This is the path our program takes from start to finish:1.  main() </a:t>
            </a:r>
            <a:r>
              <a:rPr lang="en-IN" dirty="0"/>
              <a:t>→</a:t>
            </a:r>
            <a:r>
              <a:rPr lang="en-US" dirty="0"/>
              <a:t>2.  →</a:t>
            </a:r>
            <a:r>
              <a:rPr lang="en-US" dirty="0" err="1"/>
              <a:t>get_city_prompt</a:t>
            </a:r>
            <a:r>
              <a:rPr lang="en-US" dirty="0"/>
              <a:t>()    (A pop-up asks the user for a city name)3.  →</a:t>
            </a:r>
            <a:r>
              <a:rPr lang="en-US" dirty="0" err="1"/>
              <a:t>get_weather</a:t>
            </a:r>
            <a:r>
              <a:rPr lang="en-US" dirty="0"/>
              <a:t>(city)    (The city name is used to build a URL and call the API)4.  →</a:t>
            </a:r>
            <a:r>
              <a:rPr lang="en-US" b="1" dirty="0"/>
              <a:t>API Response</a:t>
            </a:r>
            <a:r>
              <a:rPr lang="en-US" dirty="0"/>
              <a:t>    (The API sends back a JSON file with all the data)5.  →</a:t>
            </a:r>
            <a:r>
              <a:rPr lang="en-US" dirty="0" err="1"/>
              <a:t>get_weather</a:t>
            </a:r>
            <a:r>
              <a:rPr lang="en-US" dirty="0"/>
              <a:t>()    (Parses the JSON, extracts temp, humidity, ID, etc.)6.  →GUI(temp, humidity, ...)    (All the extracted data is passed to the GUI function)7.  →</a:t>
            </a:r>
            <a:r>
              <a:rPr lang="en-US" dirty="0" err="1"/>
              <a:t>root.mainloop</a:t>
            </a:r>
            <a:r>
              <a:rPr lang="en-US" dirty="0"/>
              <a:t>()    (The final window appears on the user's screen)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1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1879-31E7-B97B-8D14-719C4619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Helper Functions &amp;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E05F-DF64-A0CD-447A-98275CFD5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Global Constants</a:t>
            </a:r>
            <a:r>
              <a:rPr lang="en-US" dirty="0"/>
              <a:t>   </a:t>
            </a:r>
          </a:p>
          <a:p>
            <a:pPr marL="0" indent="0" algn="ctr">
              <a:buNone/>
            </a:pPr>
            <a:r>
              <a:rPr lang="en-US" b="1" dirty="0"/>
              <a:t>API_KEY</a:t>
            </a:r>
            <a:r>
              <a:rPr lang="en-US" dirty="0"/>
              <a:t>: Our unique password. It tells the OpenWeatherMap API who we are.  </a:t>
            </a:r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b="1" dirty="0"/>
              <a:t>BASE_URL</a:t>
            </a:r>
            <a:r>
              <a:rPr lang="en-US" dirty="0"/>
              <a:t>: The server address we send our request to.</a:t>
            </a:r>
          </a:p>
          <a:p>
            <a:pPr marL="0" indent="0" algn="ctr">
              <a:buNone/>
            </a:pPr>
            <a:r>
              <a:rPr lang="en-US" dirty="0"/>
              <a:t>#### Helper Functions   def </a:t>
            </a:r>
            <a:r>
              <a:rPr lang="en-US" dirty="0" err="1"/>
              <a:t>get_city_prompt</a:t>
            </a:r>
            <a:r>
              <a:rPr lang="en-US" dirty="0"/>
              <a:t>():       </a:t>
            </a:r>
          </a:p>
          <a:p>
            <a:pPr marL="0" indent="0" algn="ctr">
              <a:buNone/>
            </a:pPr>
            <a:r>
              <a:rPr lang="en-US" b="1" dirty="0"/>
              <a:t>Purpose:</a:t>
            </a:r>
            <a:r>
              <a:rPr lang="en-US" dirty="0"/>
              <a:t> To get the city name from the user.       </a:t>
            </a:r>
          </a:p>
          <a:p>
            <a:pPr marL="0" indent="0" algn="ctr">
              <a:buNone/>
            </a:pPr>
            <a:r>
              <a:rPr lang="en-US" b="1" dirty="0"/>
              <a:t>How:</a:t>
            </a:r>
            <a:r>
              <a:rPr lang="en-US" dirty="0"/>
              <a:t> It uses </a:t>
            </a:r>
            <a:r>
              <a:rPr lang="en-US" dirty="0" err="1"/>
              <a:t>tkinter.simpledialog</a:t>
            </a:r>
            <a:r>
              <a:rPr lang="en-US" dirty="0"/>
              <a:t> to show a clean, simple pop-up box. This is cleaner than building a whole new window for one input.   def Err(message):       </a:t>
            </a:r>
          </a:p>
          <a:p>
            <a:pPr marL="0" indent="0" algn="ctr">
              <a:buNone/>
            </a:pPr>
            <a:r>
              <a:rPr lang="en-US" b="1" dirty="0"/>
              <a:t>Purpose:</a:t>
            </a:r>
            <a:r>
              <a:rPr lang="en-US" dirty="0"/>
              <a:t> To show error messages in a user-friendly way.       </a:t>
            </a:r>
          </a:p>
          <a:p>
            <a:pPr marL="0" indent="0" algn="ctr">
              <a:buNone/>
            </a:pPr>
            <a:r>
              <a:rPr lang="en-US" b="1" dirty="0"/>
              <a:t>How</a:t>
            </a:r>
            <a:r>
              <a:rPr lang="en-US" dirty="0"/>
              <a:t>: Instead of crashing or printing to a console, it uses </a:t>
            </a:r>
            <a:r>
              <a:rPr lang="en-US" dirty="0" err="1"/>
              <a:t>tkinter.messagebox</a:t>
            </a:r>
            <a:r>
              <a:rPr lang="en-US" dirty="0"/>
              <a:t> to show a standard OS error pop-up (e.g., "City Not Found").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2663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BA8E-3B57-3DA6-EFCF-A6BF23E18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Logic: </a:t>
            </a:r>
            <a:r>
              <a:rPr lang="en-US" dirty="0" err="1"/>
              <a:t>get_weather</a:t>
            </a:r>
            <a:r>
              <a:rPr lang="en-US" dirty="0"/>
              <a:t>() - Part 1 (The Request)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CCD3F-7CE3-DDAB-A7B6-19F9338BD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This function does the "internet" part of the job.  </a:t>
            </a:r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b="1" dirty="0"/>
              <a:t>Builds the URL</a:t>
            </a:r>
            <a:r>
              <a:rPr lang="en-US" dirty="0"/>
              <a:t>: It takes the BASE_URL, API_KEY, and </a:t>
            </a:r>
            <a:r>
              <a:rPr lang="en-US" dirty="0" err="1"/>
              <a:t>city_name</a:t>
            </a:r>
            <a:r>
              <a:rPr lang="en-US" dirty="0"/>
              <a:t> and combines them into one complete web address. It also adds &amp;units=metric to get Celsius. </a:t>
            </a:r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lang="en-US" b="1" dirty="0"/>
              <a:t>Sends the Request</a:t>
            </a:r>
            <a:r>
              <a:rPr lang="en-US" dirty="0"/>
              <a:t>:   </a:t>
            </a:r>
          </a:p>
          <a:p>
            <a:pPr marL="0" indent="0" algn="just">
              <a:buNone/>
            </a:pPr>
            <a:r>
              <a:rPr lang="en-US" dirty="0"/>
              <a:t>    It uses a try...except block, which is essential for any web request.    </a:t>
            </a:r>
          </a:p>
          <a:p>
            <a:pPr marL="0" indent="0" algn="just">
              <a:buNone/>
            </a:pPr>
            <a:r>
              <a:rPr lang="en-US" dirty="0"/>
              <a:t>   response = </a:t>
            </a:r>
            <a:r>
              <a:rPr lang="en-US" dirty="0" err="1"/>
              <a:t>requests.get</a:t>
            </a:r>
            <a:r>
              <a:rPr lang="en-US" dirty="0"/>
              <a:t>(</a:t>
            </a:r>
            <a:r>
              <a:rPr lang="en-US" dirty="0" err="1"/>
              <a:t>complete_url</a:t>
            </a:r>
            <a:r>
              <a:rPr lang="en-US" dirty="0"/>
              <a:t>) is the line that actually "calls" the internet.   </a:t>
            </a:r>
          </a:p>
          <a:p>
            <a:pPr marL="0" indent="0" algn="just">
              <a:buNone/>
            </a:pPr>
            <a:r>
              <a:rPr lang="en-US" b="1" dirty="0"/>
              <a:t>Error Handling</a:t>
            </a:r>
            <a:r>
              <a:rPr lang="en-US" dirty="0"/>
              <a:t>: The except blocks are the safety net.   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b="1" dirty="0" err="1"/>
              <a:t>ConnectionError</a:t>
            </a:r>
            <a:r>
              <a:rPr lang="en-US" dirty="0"/>
              <a:t>: Catches if the user's internet is disconnected.    </a:t>
            </a:r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lang="en-US" b="1" dirty="0" err="1"/>
              <a:t>HTTPError</a:t>
            </a:r>
            <a:r>
              <a:rPr lang="en-US" dirty="0"/>
              <a:t>: Catches errors from the server. We add checks for:         </a:t>
            </a:r>
          </a:p>
          <a:p>
            <a:pPr marL="0" indent="0" algn="just">
              <a:buNone/>
            </a:pPr>
            <a:r>
              <a:rPr lang="en-US" dirty="0"/>
              <a:t>  </a:t>
            </a:r>
            <a:r>
              <a:rPr lang="en-US" b="1" dirty="0"/>
              <a:t>401 Error</a:t>
            </a:r>
            <a:r>
              <a:rPr lang="en-US" dirty="0"/>
              <a:t>: "Unauthorized" – Our API key is wrong.   </a:t>
            </a:r>
          </a:p>
          <a:p>
            <a:pPr marL="0" indent="0" algn="just">
              <a:buNone/>
            </a:pPr>
            <a:r>
              <a:rPr lang="en-US" dirty="0"/>
              <a:t>        </a:t>
            </a:r>
            <a:r>
              <a:rPr lang="en-US" b="1" dirty="0"/>
              <a:t>404 Error</a:t>
            </a:r>
            <a:r>
              <a:rPr lang="en-US" dirty="0"/>
              <a:t>: "Not Found" – The city name doesn't exist.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0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CA3EF-8379-2A19-1412-B043AD3B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Core Logic: </a:t>
            </a:r>
            <a:r>
              <a:rPr lang="en-US" dirty="0" err="1"/>
              <a:t>get_weather</a:t>
            </a:r>
            <a:r>
              <a:rPr lang="en-US" dirty="0"/>
              <a:t>() - Part 2 (Parsing Data)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6DFE7-65EF-3D12-9AD9-C3A4E2355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This part happens after we get a successful response.</a:t>
            </a:r>
          </a:p>
          <a:p>
            <a:pPr marL="0" indent="0">
              <a:buNone/>
            </a:pPr>
            <a:r>
              <a:rPr lang="en-US" dirty="0"/>
              <a:t>1.</a:t>
            </a:r>
            <a:r>
              <a:rPr lang="en-US" b="1" dirty="0"/>
              <a:t>Check for Success</a:t>
            </a:r>
            <a:r>
              <a:rPr lang="en-US" dirty="0"/>
              <a:t>: The API sends a code cod: 200 in its JSON data to say "Everything is OK." We check for this first.</a:t>
            </a:r>
          </a:p>
          <a:p>
            <a:pPr marL="0" indent="0">
              <a:buNone/>
            </a:pPr>
            <a:r>
              <a:rPr lang="en-US" dirty="0"/>
              <a:t>2.  </a:t>
            </a:r>
            <a:r>
              <a:rPr lang="en-US" b="1" dirty="0"/>
              <a:t>Convert to Dictionary</a:t>
            </a:r>
            <a:r>
              <a:rPr lang="en-US" dirty="0"/>
              <a:t>: data = </a:t>
            </a:r>
            <a:r>
              <a:rPr lang="en-US" dirty="0" err="1"/>
              <a:t>response.json</a:t>
            </a:r>
            <a:r>
              <a:rPr lang="en-US" dirty="0"/>
              <a:t>() turns the raw text from the API into a Python dictionary we can easily work with.</a:t>
            </a:r>
          </a:p>
          <a:p>
            <a:pPr marL="0" indent="0">
              <a:buNone/>
            </a:pPr>
            <a:r>
              <a:rPr lang="en-US" dirty="0"/>
              <a:t>3.  </a:t>
            </a:r>
            <a:r>
              <a:rPr lang="en-US" b="1" dirty="0"/>
              <a:t>Extract Data</a:t>
            </a:r>
            <a:r>
              <a:rPr lang="en-US" dirty="0"/>
              <a:t>: We pull out the exact pieces of data we need by navigating the dictionary. </a:t>
            </a:r>
          </a:p>
          <a:p>
            <a:pPr marL="0" indent="0">
              <a:buNone/>
            </a:pPr>
            <a:r>
              <a:rPr lang="en-US" dirty="0"/>
              <a:t>      temp = data["main"]["temp"]   </a:t>
            </a:r>
          </a:p>
          <a:p>
            <a:pPr marL="0" indent="0">
              <a:buNone/>
            </a:pPr>
            <a:r>
              <a:rPr lang="en-US" dirty="0"/>
              <a:t>    humidity = data["main"]["humidity"]  </a:t>
            </a:r>
          </a:p>
          <a:p>
            <a:pPr marL="0" indent="0">
              <a:buNone/>
            </a:pPr>
            <a:r>
              <a:rPr lang="en-US" dirty="0"/>
              <a:t>     ID = data["weather"][0]["id"] (This ID is crucial\!)</a:t>
            </a:r>
          </a:p>
          <a:p>
            <a:pPr marL="0" indent="0">
              <a:buNone/>
            </a:pPr>
            <a:r>
              <a:rPr lang="en-US" dirty="0"/>
              <a:t> 4.  </a:t>
            </a:r>
            <a:r>
              <a:rPr lang="en-US" b="1" dirty="0"/>
              <a:t>Hand-off to GUI</a:t>
            </a:r>
            <a:r>
              <a:rPr lang="en-US" dirty="0"/>
              <a:t>: Once all data is in variables, we call GUI(...) and pass all of it, like GUI(temp, humidity, description, </a:t>
            </a:r>
            <a:r>
              <a:rPr lang="en-US" dirty="0" err="1"/>
              <a:t>wind_speed</a:t>
            </a:r>
            <a:r>
              <a:rPr lang="en-US" dirty="0"/>
              <a:t>, city, ID).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134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E5710-3526-131A-D09F-4225F727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 Function: Part 1 (Window, Style &amp; Card)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38F98-4B81-D880-BF7A-B421B1E88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function builds the visual structure.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Main Window</a:t>
            </a:r>
            <a:r>
              <a:rPr lang="en-US" dirty="0"/>
              <a:t>: root = </a:t>
            </a:r>
            <a:r>
              <a:rPr lang="en-US" dirty="0" err="1"/>
              <a:t>tk.Tk</a:t>
            </a:r>
            <a:r>
              <a:rPr lang="en-US" dirty="0"/>
              <a:t>() creates the main window. </a:t>
            </a:r>
            <a:r>
              <a:rPr lang="en-US" dirty="0" err="1"/>
              <a:t>root.attributes</a:t>
            </a:r>
            <a:r>
              <a:rPr lang="en-US" dirty="0"/>
              <a:t>('-</a:t>
            </a:r>
            <a:r>
              <a:rPr lang="en-US" dirty="0" err="1"/>
              <a:t>fullscreen</a:t>
            </a:r>
            <a:r>
              <a:rPr lang="en-US" dirty="0"/>
              <a:t>', True) makes it fill the screen.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Styling</a:t>
            </a:r>
            <a:r>
              <a:rPr lang="en-US" dirty="0"/>
              <a:t>: We use </a:t>
            </a:r>
            <a:r>
              <a:rPr lang="en-US" dirty="0" err="1"/>
              <a:t>ttk.Style</a:t>
            </a:r>
            <a:r>
              <a:rPr lang="en-US" dirty="0"/>
              <a:t>() to define a custom "Card" theme. This sets the card's background color (#F0F0F0) and ensures all labels on it have the same color.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Centering the Card</a:t>
            </a:r>
            <a:r>
              <a:rPr lang="en-US" dirty="0"/>
              <a:t>:  </a:t>
            </a:r>
          </a:p>
          <a:p>
            <a:pPr marL="0" indent="0">
              <a:buNone/>
            </a:pPr>
            <a:r>
              <a:rPr lang="en-US" dirty="0"/>
              <a:t>  1.  A </a:t>
            </a:r>
            <a:r>
              <a:rPr lang="en-US" dirty="0" err="1"/>
              <a:t>background_label</a:t>
            </a:r>
            <a:r>
              <a:rPr lang="en-US" dirty="0"/>
              <a:t> is created and placed to fill the entire screen.  </a:t>
            </a:r>
          </a:p>
          <a:p>
            <a:pPr marL="0" indent="0">
              <a:buNone/>
            </a:pPr>
            <a:r>
              <a:rPr lang="en-US" dirty="0"/>
              <a:t>  2.  A </a:t>
            </a:r>
            <a:r>
              <a:rPr lang="en-US" dirty="0" err="1"/>
              <a:t>ttk.Frame</a:t>
            </a:r>
            <a:r>
              <a:rPr lang="en-US" dirty="0"/>
              <a:t> (our "card") is created.  </a:t>
            </a:r>
          </a:p>
          <a:p>
            <a:pPr marL="0" indent="0">
              <a:buNone/>
            </a:pPr>
            <a:r>
              <a:rPr lang="en-US" dirty="0"/>
              <a:t>  3.  We use .place(</a:t>
            </a:r>
            <a:r>
              <a:rPr lang="en-US" dirty="0" err="1"/>
              <a:t>relx</a:t>
            </a:r>
            <a:r>
              <a:rPr lang="en-US" dirty="0"/>
              <a:t>=0.5, rely=0.5, anchor='center') to pin the center of the card to the center of the screen.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326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3C93-D16B-64F4-F42F-D9AA54DA9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 Function: Part 2 (Adding Widgets)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B051-1C1A-8A0D-56AC-9A8C36048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Now we add the text labels inside the </a:t>
            </a:r>
            <a:r>
              <a:rPr lang="en-US" dirty="0" err="1"/>
              <a:t>card_frame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Parenting</a:t>
            </a:r>
            <a:r>
              <a:rPr lang="en-US" dirty="0"/>
              <a:t>: All widgets (</a:t>
            </a:r>
            <a:r>
              <a:rPr lang="en-US" dirty="0" err="1"/>
              <a:t>ttk.Label</a:t>
            </a:r>
            <a:r>
              <a:rPr lang="en-US" dirty="0"/>
              <a:t>, </a:t>
            </a:r>
            <a:r>
              <a:rPr lang="en-US" dirty="0" err="1"/>
              <a:t>ttk.Separator</a:t>
            </a:r>
            <a:r>
              <a:rPr lang="en-US" dirty="0"/>
              <a:t>) are created with </a:t>
            </a:r>
            <a:r>
              <a:rPr lang="en-US" dirty="0" err="1"/>
              <a:t>card_frame</a:t>
            </a:r>
            <a:r>
              <a:rPr lang="en-US" dirty="0"/>
              <a:t> as their parent. This ensures they live inside the card.   </a:t>
            </a:r>
            <a:r>
              <a:rPr lang="en-US" b="1" dirty="0"/>
              <a:t>Layout Strategy</a:t>
            </a:r>
            <a:r>
              <a:rPr lang="en-US" dirty="0"/>
              <a:t>: We use two different layout managers:       .pack(anchor="w"): Used for the main info (City, Temp, Condition). It's simple: it stacks them vertically and aligns them to the left ("w" = West).   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b="1" dirty="0"/>
              <a:t>.grid(): </a:t>
            </a:r>
            <a:r>
              <a:rPr lang="en-US" dirty="0"/>
              <a:t>Used for the details. We create a new </a:t>
            </a:r>
            <a:r>
              <a:rPr lang="en-US" dirty="0" err="1"/>
              <a:t>details_frame</a:t>
            </a:r>
            <a:r>
              <a:rPr lang="en-US" dirty="0"/>
              <a:t> and use .grid() inside it to create a 2x2 table for "HUMIDITY" / "WIND" and their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035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5F5C1-70BA-C702-CF4C-72EC545A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 Function: Part 3 (Dynamic Background – Logic)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5589B-2937-482E-6DA9-7F91C9DCA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This is the brain behind the app's main visual feature.</a:t>
            </a:r>
          </a:p>
          <a:p>
            <a:pPr marL="514350" indent="-514350">
              <a:buAutoNum type="arabicPeriod"/>
            </a:pPr>
            <a:r>
              <a:rPr lang="en-US" b="1" dirty="0"/>
              <a:t>Problem</a:t>
            </a:r>
            <a:r>
              <a:rPr lang="en-US" dirty="0"/>
              <a:t>: The API sends over 50 different ID codes for weather (e.g., 500, 501, 502 are all "rain").</a:t>
            </a:r>
          </a:p>
          <a:p>
            <a:pPr marL="514350" indent="-514350">
              <a:buAutoNum type="arabicPeriod" startAt="2"/>
            </a:pPr>
            <a:r>
              <a:rPr lang="en-US" b="1" dirty="0"/>
              <a:t>Solution (Grouping): </a:t>
            </a:r>
            <a:r>
              <a:rPr lang="en-US" dirty="0"/>
              <a:t>We use an if/</a:t>
            </a:r>
            <a:r>
              <a:rPr lang="en-US" dirty="0" err="1"/>
              <a:t>elif</a:t>
            </a:r>
            <a:r>
              <a:rPr lang="en-US" dirty="0"/>
              <a:t> chain to "group" these IDs into simple categories.       if ID &gt;= 500 and ID &lt;= 531: →</a:t>
            </a:r>
            <a:r>
              <a:rPr lang="en-US" dirty="0" err="1"/>
              <a:t>new_condition</a:t>
            </a:r>
            <a:r>
              <a:rPr lang="en-US" dirty="0"/>
              <a:t> = "Rainy"       if ID == 800: →</a:t>
            </a:r>
            <a:r>
              <a:rPr lang="en-US" dirty="0" err="1"/>
              <a:t>new_condition</a:t>
            </a:r>
            <a:r>
              <a:rPr lang="en-US" dirty="0"/>
              <a:t> = "Sunny“</a:t>
            </a:r>
          </a:p>
          <a:p>
            <a:pPr marL="514350" indent="-514350">
              <a:buAutoNum type="arabicPeriod" startAt="3"/>
            </a:pPr>
            <a:r>
              <a:rPr lang="en-US" b="1" dirty="0"/>
              <a:t>Dictionary Mapping</a:t>
            </a:r>
            <a:r>
              <a:rPr lang="en-US" dirty="0"/>
              <a:t>: We use a dictionary to map our simple categories to actual filenames.       </a:t>
            </a:r>
            <a:r>
              <a:rPr lang="en-US" dirty="0" err="1"/>
              <a:t>weather_image_files</a:t>
            </a:r>
            <a:r>
              <a:rPr lang="en-US" dirty="0"/>
              <a:t> = {"Sunny": "sunny.jpg", "Rainy": "rainy.jpg", ...}</a:t>
            </a:r>
          </a:p>
          <a:p>
            <a:pPr marL="0" indent="0">
              <a:buNone/>
            </a:pPr>
            <a:r>
              <a:rPr lang="en-US" b="1" dirty="0"/>
              <a:t>4.  Result</a:t>
            </a:r>
            <a:r>
              <a:rPr lang="en-US" dirty="0"/>
              <a:t>: We get the correct filename (e.g., "rainy.jpg") to load. </a:t>
            </a:r>
            <a:r>
              <a:rPr lang="en-US" dirty="0" err="1"/>
              <a:t>img_name</a:t>
            </a:r>
            <a:r>
              <a:rPr lang="en-US" dirty="0"/>
              <a:t> = </a:t>
            </a:r>
            <a:r>
              <a:rPr lang="en-US" dirty="0" err="1"/>
              <a:t>weather_image_files.get</a:t>
            </a:r>
            <a:r>
              <a:rPr lang="en-US" dirty="0"/>
              <a:t>(...)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852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D8A2-A86C-979F-55E7-994B7287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GUI Function: Part 4 (Dynamic Background - Display)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72438-7DD4-BCCE-2FA4-4699BC8CA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/>
              <a:t>This is where PIL (Pillow) does its job.</a:t>
            </a:r>
          </a:p>
          <a:p>
            <a:pPr marL="0" indent="0" algn="ctr">
              <a:buNone/>
            </a:pPr>
            <a:r>
              <a:rPr lang="en-US" dirty="0"/>
              <a:t>1.Get Screen Size: We get the user's exact screen width and height.</a:t>
            </a:r>
          </a:p>
          <a:p>
            <a:pPr marL="0" indent="0" algn="just">
              <a:buNone/>
            </a:pPr>
            <a:r>
              <a:rPr lang="en-US" dirty="0"/>
              <a:t>2.  Open: </a:t>
            </a:r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Image.open</a:t>
            </a:r>
            <a:r>
              <a:rPr lang="en-US" dirty="0"/>
              <a:t>(</a:t>
            </a:r>
            <a:r>
              <a:rPr lang="en-US" dirty="0" err="1"/>
              <a:t>img_name</a:t>
            </a:r>
            <a:r>
              <a:rPr lang="en-US" dirty="0"/>
              <a:t>) uses PIL to open the chosen file.</a:t>
            </a:r>
          </a:p>
          <a:p>
            <a:pPr marL="0" indent="0" algn="ctr">
              <a:buNone/>
            </a:pPr>
            <a:r>
              <a:rPr lang="en-US" dirty="0"/>
              <a:t>3.  Resize: </a:t>
            </a:r>
            <a:r>
              <a:rPr lang="en-US" dirty="0" err="1"/>
              <a:t>img_resized</a:t>
            </a:r>
            <a:r>
              <a:rPr lang="en-US" dirty="0"/>
              <a:t> = </a:t>
            </a:r>
            <a:r>
              <a:rPr lang="en-US" dirty="0" err="1"/>
              <a:t>img.resize</a:t>
            </a:r>
            <a:r>
              <a:rPr lang="en-US" dirty="0"/>
              <a:t>(...) uses PIL to scale the image to the screen size. We use </a:t>
            </a:r>
            <a:r>
              <a:rPr lang="en-US" dirty="0" err="1"/>
              <a:t>Image.LANCZOS</a:t>
            </a:r>
            <a:r>
              <a:rPr lang="en-US" dirty="0"/>
              <a:t> for a high-quality resize.</a:t>
            </a:r>
          </a:p>
          <a:p>
            <a:pPr marL="0" indent="0" algn="ctr">
              <a:buNone/>
            </a:pPr>
            <a:r>
              <a:rPr lang="en-US" dirty="0"/>
              <a:t>4.  Convert: photo = </a:t>
            </a:r>
            <a:r>
              <a:rPr lang="en-US" dirty="0" err="1"/>
              <a:t>ImageTk.PhotoImage</a:t>
            </a:r>
            <a:r>
              <a:rPr lang="en-US" dirty="0"/>
              <a:t>(</a:t>
            </a:r>
            <a:r>
              <a:rPr lang="en-US" dirty="0" err="1"/>
              <a:t>img_resized</a:t>
            </a:r>
            <a:r>
              <a:rPr lang="en-US" dirty="0"/>
              <a:t>) converts the PIL image into a format </a:t>
            </a:r>
            <a:r>
              <a:rPr lang="en-US" dirty="0" err="1"/>
              <a:t>tkinter</a:t>
            </a:r>
            <a:r>
              <a:rPr lang="en-US" dirty="0"/>
              <a:t> can understand.</a:t>
            </a:r>
          </a:p>
          <a:p>
            <a:pPr marL="0" indent="0" algn="ctr">
              <a:buNone/>
            </a:pPr>
            <a:r>
              <a:rPr lang="en-US" dirty="0"/>
              <a:t>5.  Display: We update the </a:t>
            </a:r>
            <a:r>
              <a:rPr lang="en-US" dirty="0" err="1"/>
              <a:t>background_label</a:t>
            </a:r>
            <a:r>
              <a:rPr lang="en-US" dirty="0"/>
              <a:t> (from Slide 7) to show this new photo.</a:t>
            </a:r>
          </a:p>
          <a:p>
            <a:pPr marL="0" indent="0" algn="ctr">
              <a:buNone/>
            </a:pPr>
            <a:r>
              <a:rPr lang="en-US" dirty="0"/>
              <a:t>6.  </a:t>
            </a:r>
            <a:r>
              <a:rPr lang="en-US" dirty="0" err="1"/>
              <a:t>root.mainloop</a:t>
            </a:r>
            <a:r>
              <a:rPr lang="en-US" dirty="0"/>
              <a:t>(): This is the final line. It tells </a:t>
            </a:r>
            <a:r>
              <a:rPr lang="en-US" dirty="0" err="1"/>
              <a:t>tkinter</a:t>
            </a:r>
            <a:r>
              <a:rPr lang="en-US" dirty="0"/>
              <a:t> "OK, I'm done setting up. Show the window and run the app."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1850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77845-5342-DEC5-BD99-B5938A14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The main()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FE4B-0601-3341-2965-B2EBA09B0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This is the "engine" that starts the whole program.</a:t>
            </a:r>
          </a:p>
          <a:p>
            <a:pPr marL="0" indent="0" algn="just">
              <a:buNone/>
            </a:pPr>
            <a:r>
              <a:rPr lang="en-US" dirty="0"/>
              <a:t>Python def main(): </a:t>
            </a:r>
          </a:p>
          <a:p>
            <a:pPr marL="0" indent="0" algn="just">
              <a:buNone/>
            </a:pPr>
            <a:r>
              <a:rPr lang="en-US" dirty="0"/>
              <a:t>   City = </a:t>
            </a:r>
            <a:r>
              <a:rPr lang="en-US" dirty="0" err="1"/>
              <a:t>get_city_prompt</a:t>
            </a:r>
            <a:r>
              <a:rPr lang="en-US" dirty="0"/>
              <a:t>()    </a:t>
            </a:r>
          </a:p>
          <a:p>
            <a:pPr marL="0" indent="0" algn="just">
              <a:buNone/>
            </a:pPr>
            <a:r>
              <a:rPr lang="en-US" dirty="0" err="1"/>
              <a:t>get_weather</a:t>
            </a:r>
            <a:r>
              <a:rPr lang="en-US" dirty="0"/>
              <a:t>(City)</a:t>
            </a:r>
          </a:p>
          <a:p>
            <a:pPr marL="0" indent="0" algn="just">
              <a:buNone/>
            </a:pPr>
            <a:r>
              <a:rPr lang="en-US" dirty="0"/>
              <a:t>main()</a:t>
            </a:r>
          </a:p>
          <a:p>
            <a:pPr marL="0" indent="0" algn="just">
              <a:buNone/>
            </a:pPr>
            <a:r>
              <a:rPr lang="en-US" dirty="0"/>
              <a:t>   Its job is simple:    </a:t>
            </a:r>
          </a:p>
          <a:p>
            <a:pPr marL="514350" indent="-514350" algn="just">
              <a:buAutoNum type="arabicPeriod"/>
            </a:pPr>
            <a:r>
              <a:rPr lang="en-US" dirty="0"/>
              <a:t>Call the pop-up to get the city.    </a:t>
            </a:r>
          </a:p>
          <a:p>
            <a:pPr marL="514350" indent="-514350" algn="just">
              <a:buAutoNum type="arabicPeriod" startAt="2"/>
            </a:pPr>
            <a:r>
              <a:rPr lang="en-US" dirty="0"/>
              <a:t>Pass the city to the </a:t>
            </a:r>
            <a:r>
              <a:rPr lang="en-US" dirty="0" err="1"/>
              <a:t>get_weather</a:t>
            </a:r>
            <a:r>
              <a:rPr lang="en-US" dirty="0"/>
              <a:t> function. </a:t>
            </a:r>
          </a:p>
          <a:p>
            <a:pPr marL="0" indent="0" algn="just">
              <a:buNone/>
            </a:pPr>
            <a:r>
              <a:rPr lang="en-US" dirty="0"/>
              <a:t>  This one </a:t>
            </a:r>
            <a:r>
              <a:rPr lang="en-US" dirty="0" err="1"/>
              <a:t>get_weather</a:t>
            </a:r>
            <a:r>
              <a:rPr lang="en-US" dirty="0"/>
              <a:t>(City) call triggers the entire chain of events we just discussed.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7561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E9907-A2E2-5C83-0C7F-28085D41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A9754-0C9E-027F-9248-4C37E9EE1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combined three main ideas:</a:t>
            </a:r>
          </a:p>
          <a:p>
            <a:pPr marL="514350" indent="-514350">
              <a:buAutoNum type="arabicPeriod"/>
            </a:pPr>
            <a:r>
              <a:rPr lang="en-US" dirty="0"/>
              <a:t>requests to fetch data from an external API.</a:t>
            </a:r>
          </a:p>
          <a:p>
            <a:pPr marL="514350" indent="-514350">
              <a:buAutoNum type="arabicPeriod" startAt="2"/>
            </a:pPr>
            <a:r>
              <a:rPr lang="en-US" dirty="0" err="1"/>
              <a:t>tkinter</a:t>
            </a:r>
            <a:r>
              <a:rPr lang="en-US" dirty="0"/>
              <a:t> to build a styled, centered GUI.</a:t>
            </a:r>
          </a:p>
          <a:p>
            <a:pPr marL="0" indent="0" algn="just">
              <a:buNone/>
            </a:pPr>
            <a:r>
              <a:rPr lang="en-US" dirty="0"/>
              <a:t>3.  PIL to load, resize, and display dynamic background images based on the API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14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1595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Python Weather Dashboard: Code Breakdown</vt:lpstr>
      <vt:lpstr>Project Overview &amp; Key Technologies</vt:lpstr>
      <vt:lpstr>Program Flow: The Journey of Data</vt:lpstr>
      <vt:lpstr>Helper Functions &amp; Setup</vt:lpstr>
      <vt:lpstr>Core Logic: get_weather() - Part 1 (The Request)</vt:lpstr>
      <vt:lpstr>Core Logic: get_weather() - Part 2 (Parsing Data)</vt:lpstr>
      <vt:lpstr>GUI Function: Part 1 (Window, Style &amp; Card)</vt:lpstr>
      <vt:lpstr>GUI Function: Part 2 (Adding Widgets)</vt:lpstr>
      <vt:lpstr>GUI Function: Part 3 (Dynamic Background – Logic)</vt:lpstr>
      <vt:lpstr>GUI Function: Part 4 (Dynamic Background - Display)</vt:lpstr>
      <vt:lpstr>The main() Function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Suyash Kapse</dc:creator>
  <cp:lastModifiedBy>Suyash Kapse</cp:lastModifiedBy>
  <cp:revision>1</cp:revision>
  <dcterms:created xsi:type="dcterms:W3CDTF">2025-11-22T12:56:08Z</dcterms:created>
  <dcterms:modified xsi:type="dcterms:W3CDTF">2025-11-22T16:58:16Z</dcterms:modified>
</cp:coreProperties>
</file>